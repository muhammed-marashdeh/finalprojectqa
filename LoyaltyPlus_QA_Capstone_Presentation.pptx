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~0:35
Say:
- Hello, I'm Muhammed. In the next ~7 minutes I'll walk you through my QA capstone for the Loyalty+ Store.
- I tested two real targets: SauceDemo for the web UI and DummyJSON for the backend API.
- I’ll cover: strategy, manual testing &amp; defects, API automation with Postman/Newman, performance testing with k6, and UI automation with Selenium/TestNG.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~0:45
Say:
- Quick agenda so you can track the story.
- I’m using an interview-presentation style: structured, timed, and visuals as prompts, not a script.
- At the end I’ll share recommendations and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~0:55
Say:
- The project treats “Loyalty+ Store” as a retail platform tested through two real systems: SauceDemo for UI and DummyJSON for API.
- This gives a realistic end-to-end QA story: manual exploration and defect reporting, then automation for repeatability, plus performance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~0:55
Say:
- I align testing with the SDLC: as features are defined and built, the STLC runs in parallel.
- My strategy was risk-based: prioritize the highest-value retail journey (login → cart → checkout) and the core API resources (auth/products/carts/users).
- I also defined entry/exit criteria and metrics so testing is measurable and sign-off is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~1:10
Say:
- Manual testing validated core user journeys and edge cases across multiple accounts.
- I executed 23 cases: 15 passed and 8 failed, which produced 8 logged findings with clear reproduction steps and evidence.
- Severity was risk-based: 2 critical issues in checkout, 2 high, and 4 medium.
- Example: last-name field not accepting input blocks checkout completion — that’s a critical defect because it prevents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~1:05
Say:
- For the API, I built a Postman collection with reusable folders and shared assertions.
- I externalized configuration with an environment, and captured tokens/IDs for chaining authenticated calls.
- I ran it data-driven using a CSV for product IDs, then executed via Newman to produce an HTML report.
- The documented run completed with 0 failures, 261 total requests, and an average response time of ~140ms.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~1:00
Say:
- I created a k6 plan with three key product endpoints, each tested with a smoke and heavier load profile.
- I defined SLO thresholds so the result is objective: error rate and latency percentiles.
- In the documented run, there were zero failures and all thresholds passed; even the max request stayed well under the cap.
- Next step would be longer duration tests and mixed traffic for more production-like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~0:55
Say:
- To make regression repeatable, I automated the critical purchase flow in Selenium + TestNG.
- The suite is intentionally end-to-end and sequential to mimic a real shopping session.
- The immediate value is fast confidence on login/cart/checkout, and the roadmap is to improve maintainability with POM, better waits, and CI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~0:40 + Q&amp;A
Say:
- Summarize the value: measurable strategy, evidence-based defect reporting, repeatable automation, and performance SLO validation.
- Call out the production next steps: CI, more negative/schema coverage, longer performance tests, and POM refactor.
-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920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Loyalty+ Store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Capstone — End‑to‑End Testing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0" y="20116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SauceDemo UI + DummyJSON API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• API Automation • Performance • UI Automation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3840480"/>
            <a:ext cx="6949440" cy="1645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4069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Presenter: Muhammed Derar Marashdeh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Date: January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394960" cy="5029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325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you’ll see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47548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Project targets &amp; tools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SDLC/STLC + test strategy &amp; scope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Manual testing results + defect reporting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API automation (Postman + Newman) + report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Performance plan/results (k6)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UI automation (Selenium + TestNG)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7) Summary + next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097280"/>
            <a:ext cx="493776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1325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I’m presenting (interview-style)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737360"/>
            <a:ext cx="4297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structure, one idea per slide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Visuals &gt; walls of text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Timed to fit the limit + Q&amp;A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Backup plan + cue-card prompts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3749040"/>
            <a:ext cx="493776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3977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4389120"/>
            <a:ext cx="4297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QA skills across the lifecycle: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→ execution → evidence → automation → analysis.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Loyalty+ Store QA Capstone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Under Test (SUT) &amp; Tooling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669280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UI: SauceDemo (Swag Labs)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login → browse → cart → checkout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DummyJSON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auth, products, carts, 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5669280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these targets?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38912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Realistic e‑commerce flows (high business value)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Known edge cases via multiple test accounts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APIs allow automation + performance validation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097280"/>
            <a:ext cx="4754880" cy="5120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Toolchain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37360"/>
            <a:ext cx="41148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Manual: Excel test cases + evidence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Postman collection + environments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Newman CLI + HTML report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Performance: k6 scenarios + thresholds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automation: Java + Selenium + TestNG (Maven)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control: Git/GitHub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Targets: SauceDemo UI + DummyJSON API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SDLC / STLC &amp; Test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150876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37360" y="167335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709928"/>
            <a:ext cx="320040" cy="237744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50876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167335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709928"/>
            <a:ext cx="320040" cy="237744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50876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67335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1709928"/>
            <a:ext cx="320040" cy="237744"/>
          </a:xfrm>
          <a:prstGeom prst="rightArrow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150876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09560" y="167335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STLC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737360" y="2971800"/>
            <a:ext cx="1828800" cy="640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136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0440" y="3172968"/>
            <a:ext cx="320040" cy="237744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2971800"/>
            <a:ext cx="1828800" cy="640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3136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Design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3172968"/>
            <a:ext cx="320040" cy="237744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971800"/>
            <a:ext cx="1828800" cy="640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136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3172968"/>
            <a:ext cx="320040" cy="237744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2971800"/>
            <a:ext cx="1828800" cy="640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136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6035040" cy="2423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51560" y="4206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&amp; scope (high level)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461772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scope: Web UI + API functional, smoke, regression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 of scope: security, mobile (per rules of engagement)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Entry/exit criteria + metrics (pass rate, defect density, perf KPIs)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Risk-based focus: login, cart, checkout, auth, products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49440" y="3977640"/>
            <a:ext cx="4480560" cy="2423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6948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role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46177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requirements → testable scenarios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evidence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defects clearly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repeatable checks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back risks +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 ↔ STLC alignment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Testing: Coverage, Evidence, Defects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164592" cy="10972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cases executed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10058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005840"/>
            <a:ext cx="164592" cy="10972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0" y="10058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005840"/>
            <a:ext cx="164592" cy="109728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Defects / findings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1520" y="2377440"/>
            <a:ext cx="5715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2514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summary</a:t>
            </a:r>
            <a:endParaRPr lang="en-US" sz="1400" dirty="0"/>
          </a:p>
        </p:txBody>
      </p:sp>
      <p:pic>
        <p:nvPicPr>
          <p:cNvPr id="18" name="Image 0" descr="/mnt/data/presentation_assets/manual_pass_f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48356"/>
            <a:ext cx="5440680" cy="326440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629400" y="2377440"/>
            <a:ext cx="49834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49440" y="2514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severity</a:t>
            </a:r>
            <a:endParaRPr lang="en-US" sz="1400" dirty="0"/>
          </a:p>
        </p:txBody>
      </p:sp>
      <p:pic>
        <p:nvPicPr>
          <p:cNvPr id="21" name="Image 1" descr="/mnt/data/presentation_assets/defect_seve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054096"/>
            <a:ext cx="4754880" cy="28529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captured per test case (screenshots/links)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Automation: Postman Collection + Newman Report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164592" cy="10972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Iterations (CSV)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10058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005840"/>
            <a:ext cx="164592" cy="10972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requests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0" y="10058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005840"/>
            <a:ext cx="164592" cy="10972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927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1520" y="2331720"/>
            <a:ext cx="5669280" cy="2286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highlights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97180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Modular folders: Auth, Products, Carts, Users, Negative cases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Environment variables: BaseUrl, tokens, IDs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Pre-request + tests: schema/field checks, status codes, timing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Data-driven: productId via CSV to validate multiple IDs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2331720"/>
            <a:ext cx="475488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542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Newman run (HTML report)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2907792"/>
            <a:ext cx="438912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newman run FinalProjectApiTest.json -e DummyJson.postman_environment.json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products_datadriven.csv -r htmlextra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--reporter-htmlextra-export newman-report.html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95160" y="4480560"/>
            <a:ext cx="4389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4617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outcome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489204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0 failed tests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response: 140 ms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duration: 59.1 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adds fast, repeatable regression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Testing: k6 Scenarios +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669280" cy="2286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(DummyJSON):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/products/categories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/products/category-list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/products/category/{CATEGORY}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per endpoint: 5 VUs/10s (smoke) then 25 VUs/45s (load)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5669280" cy="2971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thresholds (SLOs)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25196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 rate: &lt; 0.5% (http_req_failed &lt; 0.005)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Latency: p90 &lt; 500ms, p95 &lt; 800ms, p99 &lt; 1200ms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Tail: p99.9 &lt; 1800ms, max &lt; 2500ms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097280"/>
            <a:ext cx="475488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2984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latency (overall)</a:t>
            </a:r>
            <a:endParaRPr lang="en-US" sz="1400" dirty="0"/>
          </a:p>
        </p:txBody>
      </p:sp>
      <p:pic>
        <p:nvPicPr>
          <p:cNvPr id="12" name="Image 0" descr="/mnt/data/presentation_assets/k6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28800"/>
            <a:ext cx="4572000" cy="2286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995160" y="4480560"/>
            <a:ext cx="4389120" cy="1920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4617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78040" y="48920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0% failures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All thresholds met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observed: 847ms (&lt;&lt; 2500ms cap)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k6 run: smoke + load, staggered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Automation: Selenium + TestNG (Java)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6035040" cy="2926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325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end-to-end flow (8 tests)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LoginTest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AddOneItemToCart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ResetAppState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SortProductsByPrice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SelectMultipleProducts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checkout_goToOverview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7) VerifyTotalPrice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8) BackToHomePageAndLogout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251960"/>
            <a:ext cx="6035040" cy="2331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4480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mvn clean test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(or) mvn test -Dtest=SauceDemoTests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result: Tests run: 8, Failures: 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097280"/>
            <a:ext cx="4389120" cy="5486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Maintainability (next improvements)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1737360"/>
            <a:ext cx="37490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Refactor to Page Object Model (POM)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 implicit waits with explicit waits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Externalize creds/base URL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screenshots on failure + reporting (Allure)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in CI (GitHub Actions)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fast regression for critical purchase journey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Summary, Value, Q&amp;A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669280" cy="3108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delivered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50292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plan with scope, risks, entry/exit criteria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execution: 23 cases + evidence + 8 defects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automation: Postman + Newman (HTML report)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Performance testing: k6 scenarios + SLO validation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UI automation: Selenium/TestNG suite (8 tests)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566928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this were production…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512064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Add CI pipeline (Newman + smoke UI + k6 smoke)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Expand negative/API schema tests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Increase performance duration + mixed traffic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Refactor UI suite to POM + reporting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097280"/>
            <a:ext cx="4754880" cy="5486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011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675120" y="3657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I’m happy to dive deeper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 any section.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Loyalty+ Store QA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Loyalty+ 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QA Capstone</dc:creator>
  <cp:lastModifiedBy>QA Capstone</cp:lastModifiedBy>
  <cp:revision>1</cp:revision>
  <dcterms:created xsi:type="dcterms:W3CDTF">2026-02-03T09:12:24Z</dcterms:created>
  <dcterms:modified xsi:type="dcterms:W3CDTF">2026-02-03T09:12:24Z</dcterms:modified>
</cp:coreProperties>
</file>